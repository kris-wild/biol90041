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94830"/>
  </p:normalViewPr>
  <p:slideViewPr>
    <p:cSldViewPr snapToGrid="0" showGuides="1">
      <p:cViewPr varScale="1">
        <p:scale>
          <a:sx n="121" d="100"/>
          <a:sy n="121" d="100"/>
        </p:scale>
        <p:origin x="75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EB44C-379D-C94E-94D8-D7A2C0AA4B9E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612B0-F50F-984B-BD38-FF3D82E6DA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256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612B0-F50F-984B-BD38-FF3D82E6DA2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3531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AFC8-8F37-8A85-B2DE-236DFF149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4E155-2A60-5317-C748-F6ED38C91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AB03C-9736-2F2B-8781-6EB6BC21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2BA77-11FC-5BE1-2D47-C7788796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62A01-01BA-70F4-0973-5439223A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943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39510-CBC0-3D7E-3A3C-E8FDDFF6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FA8CE-AA19-775F-178E-6059D314B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E712D-B0B9-E05F-A442-1D42FD66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23D18-2863-01E9-02BD-EA43AF094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FE8F4-E027-FD86-9919-1CC47F4C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1984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985F-007E-DF02-A988-9E33F8056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C362B-DDFE-FE44-427F-B60ACFAA4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E9106-FF3F-EA58-182C-3AB9F9DD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E757D-DA7E-21F8-9E99-19CB803A4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C3275-A555-EF16-CB63-43DC13F4D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7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FC06-6293-9DD6-3B98-F47633BC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22F07-0995-2FB3-6B67-985AA14DCB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DB663-A62B-A660-7B08-1B8BF92D0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CCCDD-746A-6FCA-00FE-E773EB4B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C4C76-FBBC-AF05-63FC-0D0C9950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AD3B6-E0E8-4BFA-06E0-C71E9E9B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46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7625C-3DFE-7EDE-8614-5A63F2D67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BA020-D486-4A1A-9461-EFBF12544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7307B-4EF8-A8A7-CCFE-AC405EF83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24ACE-7CA9-2D37-DA57-94B45977C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0F66B-2E38-2E85-8EAB-676AE73B8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39C65-1668-90DB-A12C-ECA9F76B6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73FD3-7F7E-751A-8350-284FFC75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B9715C-FE97-3BAF-684C-0DFD6171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487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33C6-C858-5000-5243-64872494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D20F7-0CCC-B5CD-8042-7AD632FDE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726F31-B8BC-0634-76C9-BD775B49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99F9B-5E8A-7824-C673-47F90B94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16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781B91-AB67-CD4A-8DC5-A4BD3485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73F49-864C-3E59-4103-22A775CB9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F8D26-D982-A74C-CCB3-A2465997F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2172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80DF3-F553-31AF-88E9-4C0608D72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53C14-47A4-EF84-B808-6DC04614B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D681A-E1C2-1708-D42C-F4D398297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0861C-3627-69D2-F115-9DD70314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1BF15-EF36-9531-5117-772BD47D4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5674C-1E69-E662-EF0D-9EB411B0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514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FABDD-5090-FD70-8B90-887595E8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A80AE3-2C1B-AC54-F09F-295B0815A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F4A5E-E9E0-2EC8-48C5-CD28BE847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B594E-F7DB-8148-9CE2-860FEDD7E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1BA00-F48A-A9F6-61DD-2039A957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5F0A1-D211-59F5-F0D0-6FA10D45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774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A6DD-1A8D-4993-083B-4C6A8171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6BC32-F5B2-9840-953C-30E744C2D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39C42-4BEF-7E59-3CB8-867C01FB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93593-872D-0E06-5017-2910D76D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8BAA4-6249-F101-6A42-4A9FB7B3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851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66B6F-2E68-702B-06BB-E6CF90E4C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B205C-E5A6-2CA3-DBC2-B714BD23F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81BC3-9BD6-B70D-55E3-7264FB43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DC7DB-7A1B-1065-4C5E-B077465C3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79BC-573D-D751-F22A-83EC64EC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234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EED5D-D5A9-463A-BCB5-C9B98434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EB2E4-D847-541E-F0A7-DE78D2942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6EBF6-20E3-D5C7-BDB6-9875DF666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F4EB0D-93A4-CD4A-A171-92B167C22DDB}" type="datetimeFigureOut">
              <a:rPr lang="en-AU" smtClean="0"/>
              <a:t>11/8/2025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1779F-53C4-E137-F0CD-CF5039663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78549-2B94-6338-D81C-ABF548E2B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8C956-8627-9646-BB2C-9E2F8D6665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673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>
            <a:extLst>
              <a:ext uri="{FF2B5EF4-FFF2-40B4-BE49-F238E27FC236}">
                <a16:creationId xmlns:a16="http://schemas.microsoft.com/office/drawing/2014/main" id="{305CE28D-B431-CAFC-82F7-9E15898FAF74}"/>
              </a:ext>
            </a:extLst>
          </p:cNvPr>
          <p:cNvSpPr txBox="1"/>
          <p:nvPr/>
        </p:nvSpPr>
        <p:spPr>
          <a:xfrm>
            <a:off x="2152621" y="697779"/>
            <a:ext cx="3722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i="0" dirty="0">
                <a:solidFill>
                  <a:srgbClr val="2D2D2D"/>
                </a:solidFill>
                <a:effectLst/>
                <a:latin typeface="Lato Extended"/>
              </a:rPr>
              <a:t>Kristoffer_Wild_S007341</a:t>
            </a:r>
            <a:endParaRPr lang="en-AU" sz="2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EB3B01-F088-216F-4840-482242B0352C}"/>
              </a:ext>
            </a:extLst>
          </p:cNvPr>
          <p:cNvSpPr txBox="1"/>
          <p:nvPr/>
        </p:nvSpPr>
        <p:spPr>
          <a:xfrm>
            <a:off x="3407194" y="4158636"/>
            <a:ext cx="7922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200" b="1" dirty="0"/>
              <a:t>Data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0231076-6B3C-F933-FF72-B56B666EF330}"/>
              </a:ext>
            </a:extLst>
          </p:cNvPr>
          <p:cNvCxnSpPr>
            <a:cxnSpLocks/>
          </p:cNvCxnSpPr>
          <p:nvPr/>
        </p:nvCxnSpPr>
        <p:spPr>
          <a:xfrm>
            <a:off x="1940080" y="1034315"/>
            <a:ext cx="0" cy="3328679"/>
          </a:xfrm>
          <a:prstGeom prst="line">
            <a:avLst/>
          </a:prstGeom>
          <a:ln w="1111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6B2AD3F-0C09-62FC-E622-D2817544EB44}"/>
              </a:ext>
            </a:extLst>
          </p:cNvPr>
          <p:cNvCxnSpPr>
            <a:cxnSpLocks/>
          </p:cNvCxnSpPr>
          <p:nvPr/>
        </p:nvCxnSpPr>
        <p:spPr>
          <a:xfrm flipH="1">
            <a:off x="1884285" y="4310495"/>
            <a:ext cx="1098331" cy="0"/>
          </a:xfrm>
          <a:prstGeom prst="line">
            <a:avLst/>
          </a:prstGeom>
          <a:ln w="1111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81B1C69-93D5-1E52-EC12-BC05017C1167}"/>
              </a:ext>
            </a:extLst>
          </p:cNvPr>
          <p:cNvCxnSpPr>
            <a:cxnSpLocks/>
          </p:cNvCxnSpPr>
          <p:nvPr/>
        </p:nvCxnSpPr>
        <p:spPr>
          <a:xfrm flipH="1">
            <a:off x="1884285" y="1520268"/>
            <a:ext cx="1098331" cy="0"/>
          </a:xfrm>
          <a:prstGeom prst="line">
            <a:avLst/>
          </a:prstGeom>
          <a:ln w="1111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6" descr="RStudio SVG and transparent PNG icons | TechIcons">
            <a:extLst>
              <a:ext uri="{FF2B5EF4-FFF2-40B4-BE49-F238E27FC236}">
                <a16:creationId xmlns:a16="http://schemas.microsoft.com/office/drawing/2014/main" id="{44BC58F6-FBAD-24F6-E7AC-ADBD0E6B5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849" y="1178392"/>
            <a:ext cx="684063" cy="68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CA9410F6-D5C9-AA01-A5EE-3911ABA6116F}"/>
              </a:ext>
            </a:extLst>
          </p:cNvPr>
          <p:cNvSpPr txBox="1"/>
          <p:nvPr/>
        </p:nvSpPr>
        <p:spPr>
          <a:xfrm>
            <a:off x="3418347" y="1347624"/>
            <a:ext cx="3888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i="0" dirty="0">
                <a:solidFill>
                  <a:srgbClr val="2D2D2D"/>
                </a:solidFill>
                <a:effectLst/>
                <a:latin typeface="Lato Extended"/>
              </a:rPr>
              <a:t>Kristoffer_Wild_S007341.proj</a:t>
            </a:r>
            <a:endParaRPr lang="en-AU" sz="2000" b="1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83023B7-47E3-B0E9-ED4B-BD4B2DEB8E04}"/>
              </a:ext>
            </a:extLst>
          </p:cNvPr>
          <p:cNvCxnSpPr>
            <a:cxnSpLocks/>
          </p:cNvCxnSpPr>
          <p:nvPr/>
        </p:nvCxnSpPr>
        <p:spPr>
          <a:xfrm flipH="1">
            <a:off x="3102550" y="4815469"/>
            <a:ext cx="777498" cy="0"/>
          </a:xfrm>
          <a:prstGeom prst="line">
            <a:avLst/>
          </a:prstGeom>
          <a:ln w="1111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2BC6679-528D-D1C0-184A-9DC3298478C0}"/>
              </a:ext>
            </a:extLst>
          </p:cNvPr>
          <p:cNvCxnSpPr>
            <a:cxnSpLocks/>
          </p:cNvCxnSpPr>
          <p:nvPr/>
        </p:nvCxnSpPr>
        <p:spPr>
          <a:xfrm>
            <a:off x="3148316" y="4565540"/>
            <a:ext cx="0" cy="642379"/>
          </a:xfrm>
          <a:prstGeom prst="line">
            <a:avLst/>
          </a:prstGeom>
          <a:ln w="1111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Graphic 62" descr="Open folder with solid fill">
            <a:extLst>
              <a:ext uri="{FF2B5EF4-FFF2-40B4-BE49-F238E27FC236}">
                <a16:creationId xmlns:a16="http://schemas.microsoft.com/office/drawing/2014/main" id="{E7BD6554-90CB-8B24-D8A6-3AB0FE2C3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8165" y="4027970"/>
            <a:ext cx="687003" cy="687003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1287128C-F1D6-EAF9-A0AD-4DC9725C8BC6}"/>
              </a:ext>
            </a:extLst>
          </p:cNvPr>
          <p:cNvSpPr txBox="1"/>
          <p:nvPr/>
        </p:nvSpPr>
        <p:spPr>
          <a:xfrm>
            <a:off x="4074489" y="4664793"/>
            <a:ext cx="1128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data1.csv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8E2C1C41-873A-183C-A636-94DB1D69B5AF}"/>
              </a:ext>
            </a:extLst>
          </p:cNvPr>
          <p:cNvSpPr txBox="1"/>
          <p:nvPr/>
        </p:nvSpPr>
        <p:spPr>
          <a:xfrm>
            <a:off x="4088343" y="5019865"/>
            <a:ext cx="1128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data2.csv</a:t>
            </a:r>
          </a:p>
        </p:txBody>
      </p:sp>
      <p:pic>
        <p:nvPicPr>
          <p:cNvPr id="1026" name="Graphic 1025" descr="Document outline">
            <a:extLst>
              <a:ext uri="{FF2B5EF4-FFF2-40B4-BE49-F238E27FC236}">
                <a16:creationId xmlns:a16="http://schemas.microsoft.com/office/drawing/2014/main" id="{15260973-E3F2-1578-F92A-22F844C1B6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69102" y="4699068"/>
            <a:ext cx="234615" cy="234615"/>
          </a:xfrm>
          <a:prstGeom prst="rect">
            <a:avLst/>
          </a:prstGeom>
        </p:spPr>
      </p:pic>
      <p:pic>
        <p:nvPicPr>
          <p:cNvPr id="1027" name="Graphic 1026" descr="Document outline">
            <a:extLst>
              <a:ext uri="{FF2B5EF4-FFF2-40B4-BE49-F238E27FC236}">
                <a16:creationId xmlns:a16="http://schemas.microsoft.com/office/drawing/2014/main" id="{C81AD565-441A-731E-72D7-3EC33146DC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2958" y="5044900"/>
            <a:ext cx="234615" cy="234615"/>
          </a:xfrm>
          <a:prstGeom prst="rect">
            <a:avLst/>
          </a:prstGeom>
        </p:spPr>
      </p:pic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CCCB13BE-7C90-9F47-AC60-A57B971D8939}"/>
              </a:ext>
            </a:extLst>
          </p:cNvPr>
          <p:cNvCxnSpPr>
            <a:cxnSpLocks/>
          </p:cNvCxnSpPr>
          <p:nvPr/>
        </p:nvCxnSpPr>
        <p:spPr>
          <a:xfrm flipH="1">
            <a:off x="3116405" y="5161305"/>
            <a:ext cx="777498" cy="0"/>
          </a:xfrm>
          <a:prstGeom prst="line">
            <a:avLst/>
          </a:prstGeom>
          <a:ln w="1111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BAD7E283-59BC-B01C-63BE-9CF949383E1B}"/>
              </a:ext>
            </a:extLst>
          </p:cNvPr>
          <p:cNvCxnSpPr>
            <a:cxnSpLocks/>
          </p:cNvCxnSpPr>
          <p:nvPr/>
        </p:nvCxnSpPr>
        <p:spPr>
          <a:xfrm flipH="1">
            <a:off x="1968951" y="2510868"/>
            <a:ext cx="1098331" cy="0"/>
          </a:xfrm>
          <a:prstGeom prst="line">
            <a:avLst/>
          </a:prstGeom>
          <a:ln w="1111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1" name="Picture 2" descr="Quarto">
            <a:extLst>
              <a:ext uri="{FF2B5EF4-FFF2-40B4-BE49-F238E27FC236}">
                <a16:creationId xmlns:a16="http://schemas.microsoft.com/office/drawing/2014/main" id="{192AE1AD-4DFC-C42F-FD78-B990643599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7" t="12095" r="78528" b="-1"/>
          <a:stretch/>
        </p:blipFill>
        <p:spPr bwMode="auto">
          <a:xfrm>
            <a:off x="2770203" y="2115803"/>
            <a:ext cx="761778" cy="85962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87A963EB-673F-396D-9D84-E737A013C59A}"/>
              </a:ext>
            </a:extLst>
          </p:cNvPr>
          <p:cNvSpPr txBox="1"/>
          <p:nvPr/>
        </p:nvSpPr>
        <p:spPr>
          <a:xfrm>
            <a:off x="3457535" y="2318630"/>
            <a:ext cx="3888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i="0" dirty="0">
                <a:solidFill>
                  <a:srgbClr val="2D2D2D"/>
                </a:solidFill>
                <a:effectLst/>
                <a:latin typeface="Lato Extended"/>
              </a:rPr>
              <a:t>Kristoffer_Wild_S007341.qmd</a:t>
            </a:r>
            <a:endParaRPr lang="en-AU" sz="2000" b="1" dirty="0"/>
          </a:p>
        </p:txBody>
      </p: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D0B34A42-FD76-30EA-667A-F1866EA25267}"/>
              </a:ext>
            </a:extLst>
          </p:cNvPr>
          <p:cNvCxnSpPr>
            <a:cxnSpLocks/>
          </p:cNvCxnSpPr>
          <p:nvPr/>
        </p:nvCxnSpPr>
        <p:spPr>
          <a:xfrm flipH="1">
            <a:off x="1964597" y="3490583"/>
            <a:ext cx="1098331" cy="0"/>
          </a:xfrm>
          <a:prstGeom prst="line">
            <a:avLst/>
          </a:prstGeom>
          <a:ln w="1111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TextBox 1034">
            <a:extLst>
              <a:ext uri="{FF2B5EF4-FFF2-40B4-BE49-F238E27FC236}">
                <a16:creationId xmlns:a16="http://schemas.microsoft.com/office/drawing/2014/main" id="{98DD4705-8675-E860-6DA2-9EA0E07EEF8B}"/>
              </a:ext>
            </a:extLst>
          </p:cNvPr>
          <p:cNvSpPr txBox="1"/>
          <p:nvPr/>
        </p:nvSpPr>
        <p:spPr>
          <a:xfrm>
            <a:off x="3453181" y="3298345"/>
            <a:ext cx="3888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i="0" dirty="0">
                <a:solidFill>
                  <a:srgbClr val="2D2D2D"/>
                </a:solidFill>
                <a:effectLst/>
                <a:latin typeface="Lato Extended"/>
              </a:rPr>
              <a:t>Kristoffer_Wild_S007341.doc</a:t>
            </a:r>
            <a:endParaRPr lang="en-AU" sz="2000" b="1" dirty="0"/>
          </a:p>
        </p:txBody>
      </p:sp>
      <p:sp>
        <p:nvSpPr>
          <p:cNvPr id="1037" name="AutoShape 10">
            <a:extLst>
              <a:ext uri="{FF2B5EF4-FFF2-40B4-BE49-F238E27FC236}">
                <a16:creationId xmlns:a16="http://schemas.microsoft.com/office/drawing/2014/main" id="{2EA72683-46C9-442B-9C15-0C4809CDE2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39" name="Picture 14" descr="Microsoft Word Logo, symbol, meaning, history, PNG, brand">
            <a:extLst>
              <a:ext uri="{FF2B5EF4-FFF2-40B4-BE49-F238E27FC236}">
                <a16:creationId xmlns:a16="http://schemas.microsoft.com/office/drawing/2014/main" id="{11FEB2ED-A59D-DBC0-9B74-9A26C9A0F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811" y="3092239"/>
            <a:ext cx="1361581" cy="76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Graphic 1039" descr="Open folder with solid fill">
            <a:extLst>
              <a:ext uri="{FF2B5EF4-FFF2-40B4-BE49-F238E27FC236}">
                <a16:creationId xmlns:a16="http://schemas.microsoft.com/office/drawing/2014/main" id="{F1CD0B1F-C949-914C-8F2D-14B8153B8E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100" y="41989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9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You Are Here PNGs for Free Download">
            <a:extLst>
              <a:ext uri="{FF2B5EF4-FFF2-40B4-BE49-F238E27FC236}">
                <a16:creationId xmlns:a16="http://schemas.microsoft.com/office/drawing/2014/main" id="{453BF9CD-A152-55DA-7750-4BFCFB2D9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528" y="100117"/>
            <a:ext cx="5646950" cy="346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CC5C5B-EC10-6873-81A9-443F8DE3F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22" y="971035"/>
            <a:ext cx="50546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51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B65CD15B-7E6D-5E11-8A46-D51800E9A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227" y="0"/>
            <a:ext cx="3287972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BD48A4-570D-76F7-9283-73C8890EE233}"/>
              </a:ext>
            </a:extLst>
          </p:cNvPr>
          <p:cNvSpPr txBox="1"/>
          <p:nvPr/>
        </p:nvSpPr>
        <p:spPr>
          <a:xfrm>
            <a:off x="7209528" y="1681650"/>
            <a:ext cx="334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1. ID the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C57E4-D3F3-ABE3-3C9D-DFC77892CF5D}"/>
              </a:ext>
            </a:extLst>
          </p:cNvPr>
          <p:cNvSpPr txBox="1"/>
          <p:nvPr/>
        </p:nvSpPr>
        <p:spPr>
          <a:xfrm>
            <a:off x="7257535" y="3559644"/>
            <a:ext cx="341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Step 2. Solution to the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27239-CFB0-2F52-323B-79F05FC035E9}"/>
              </a:ext>
            </a:extLst>
          </p:cNvPr>
          <p:cNvSpPr txBox="1"/>
          <p:nvPr/>
        </p:nvSpPr>
        <p:spPr>
          <a:xfrm>
            <a:off x="7214073" y="5264194"/>
            <a:ext cx="3053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Step 3. Check that solution </a:t>
            </a:r>
          </a:p>
          <a:p>
            <a:r>
              <a:rPr lang="en-AU" b="1" dirty="0"/>
              <a:t>                 resolved problem</a:t>
            </a:r>
          </a:p>
        </p:txBody>
      </p:sp>
      <p:sp>
        <p:nvSpPr>
          <p:cNvPr id="12" name="Right Bracket 11">
            <a:extLst>
              <a:ext uri="{FF2B5EF4-FFF2-40B4-BE49-F238E27FC236}">
                <a16:creationId xmlns:a16="http://schemas.microsoft.com/office/drawing/2014/main" id="{F1E72A10-DCE0-64BE-AD02-02CD3ACF95E3}"/>
              </a:ext>
            </a:extLst>
          </p:cNvPr>
          <p:cNvSpPr/>
          <p:nvPr/>
        </p:nvSpPr>
        <p:spPr>
          <a:xfrm>
            <a:off x="6883282" y="812277"/>
            <a:ext cx="284206" cy="2162433"/>
          </a:xfrm>
          <a:prstGeom prst="rightBracket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44E90E7E-4B40-13AE-077E-00FD2ED2D63B}"/>
              </a:ext>
            </a:extLst>
          </p:cNvPr>
          <p:cNvSpPr/>
          <p:nvPr/>
        </p:nvSpPr>
        <p:spPr>
          <a:xfrm>
            <a:off x="6948616" y="3342288"/>
            <a:ext cx="284206" cy="767255"/>
          </a:xfrm>
          <a:prstGeom prst="rightBracket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ket 13">
            <a:extLst>
              <a:ext uri="{FF2B5EF4-FFF2-40B4-BE49-F238E27FC236}">
                <a16:creationId xmlns:a16="http://schemas.microsoft.com/office/drawing/2014/main" id="{F522B9C5-25E4-DDEF-871F-3CEDC904ECD7}"/>
              </a:ext>
            </a:extLst>
          </p:cNvPr>
          <p:cNvSpPr/>
          <p:nvPr/>
        </p:nvSpPr>
        <p:spPr>
          <a:xfrm>
            <a:off x="6903305" y="4277713"/>
            <a:ext cx="284206" cy="2375335"/>
          </a:xfrm>
          <a:prstGeom prst="rightBracket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4634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5524</TotalTime>
  <Words>56</Words>
  <Application>Microsoft Macintosh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Lato Extended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Kristoffer Wild</dc:creator>
  <cp:lastModifiedBy>Kristoffer Wild</cp:lastModifiedBy>
  <cp:revision>5</cp:revision>
  <dcterms:created xsi:type="dcterms:W3CDTF">2025-08-01T03:48:00Z</dcterms:created>
  <dcterms:modified xsi:type="dcterms:W3CDTF">2025-08-12T00:02:18Z</dcterms:modified>
</cp:coreProperties>
</file>