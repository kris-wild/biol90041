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5" r:id="rId4"/>
    <p:sldId id="266" r:id="rId5"/>
    <p:sldId id="257" r:id="rId6"/>
    <p:sldId id="267" r:id="rId7"/>
    <p:sldId id="259" r:id="rId8"/>
    <p:sldId id="260" r:id="rId9"/>
    <p:sldId id="261" r:id="rId10"/>
    <p:sldId id="262" r:id="rId11"/>
    <p:sldId id="263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2"/>
    <p:restoredTop sz="90068"/>
  </p:normalViewPr>
  <p:slideViewPr>
    <p:cSldViewPr snapToGrid="0" showGuides="1">
      <p:cViewPr varScale="1">
        <p:scale>
          <a:sx n="105" d="100"/>
          <a:sy n="105" d="100"/>
        </p:scale>
        <p:origin x="192" y="4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0DEE0-ACC4-494E-B2AA-0D98D5A4A875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7185B-724B-4A4D-9332-480F444139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86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0" dirty="0"/>
              <a:t>This dataset has three rows and five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dirty="0"/>
              <a:t>This is a data frame created by multiple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7185B-724B-4A4D-9332-480F4441395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859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Filters rows where the region is either East or West ‘ indicated by | ‘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7185B-724B-4A4D-9332-480F4441395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1522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It sequentially passes the grades </a:t>
            </a:r>
            <a:r>
              <a:rPr lang="en-AU" dirty="0" err="1"/>
              <a:t>dataframe</a:t>
            </a:r>
            <a:r>
              <a:rPr lang="en-AU" dirty="0"/>
              <a:t> through each function, eliminating the need for nested function 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27185B-724B-4A4D-9332-480F4441395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1695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C6BD-0970-3A4F-8034-2A387D6CB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5564E-E942-BF03-DF2D-C1697C92A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1D9FD-29E5-4BE9-F9A8-65FA3D7A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B1D14-1D67-F203-09B8-4E4A5AB84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E8E18-EF01-37AD-B34E-66832FFC5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4919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E6BDE-882B-FEE3-56D5-771D2907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38304-00CB-B260-9DD2-A2B7EEF9A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C3EA5-25E1-2E66-6CC4-2F814A39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58C84-476F-1813-394D-DB69B1E64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A5824-3307-CDC2-24D5-240F29957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020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BF35-976E-5F25-B6E1-71DB8ED3A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97261-FFF9-0452-F7B2-B35972A9E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FBBA5-EE35-307E-D636-63E9034D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BB33B-CE26-BCA9-F201-6D35A4E2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94C88-ADB8-C46C-B7DA-C379C682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17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7A3F-6874-98A6-859D-8D58E106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7221C-60FC-75F5-F38C-039416190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EADFE-5D59-D045-97AA-4E264CB90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50FD3-7DF4-FE57-1CB2-756148EE9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4ABDF-EA74-6AF4-A704-F0003768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6F0B2-EEFE-D4FF-58D5-82C83E7B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175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9E05E-9C3D-54EC-96AA-DEA486F8E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0A5F1-EF19-6A28-CC7F-3CDC48699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BFE6C-AB7C-5E30-E75B-C6738852B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EB2FB-52C1-59F6-5DD1-D49B12DFE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24CDB-14FC-9253-9617-8BA0DA8F7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50097-F597-DEB5-115F-4C43BEAA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9EEDA3-759D-92B4-4097-CEEDF10A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59C07-87B1-3838-872C-D1041950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8756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C4D0-F11A-2148-8561-19373DCF0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4BD7FF-A070-6F25-9779-E2154ABBA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22AF5-F732-AA6C-4134-AC26A13C2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00D7A-3797-1D34-2ADC-AC3D8DC3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71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FB621-D21A-AE11-7BC1-AED28126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9B3271-0B5D-2819-E15E-01A6FE91E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A86B8-3271-E8FA-8058-C2964F19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3040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D40E-16AB-1439-449B-67C686E7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4A7BF-E726-E49A-29DC-6029DC4C9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B68B5-F3DF-26F3-060B-45FA36EA0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AA9FF-92D5-57D9-31D2-AEE0F211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4E455-69E8-A5A6-B49F-2376988A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25187-26C7-AA6E-6664-01CCC9E9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99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E8DF-283E-6966-6DEA-3EC3C5BF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89948B-6748-9C34-BC5B-5E24E96E2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B9F14-FCFA-3E7E-5C4A-35B421C57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E55EA-306E-EBB8-8EA3-A384B7F9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4E4F4-9212-AA2F-E496-088CEEA4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CE76F-C77D-DA4C-0D67-696DBBD8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49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DB98-2D5A-7DD4-8762-042D1424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40C14-8EE8-78D3-5E43-4AE089A8B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DDDBD-5C6E-64C9-65F7-62712308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DE156-5285-3B12-7F9E-6DAE1F3EE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4CC5D-43C1-744D-489D-2BCDD51E9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9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F5D9F9-132B-87B0-A0C0-99C775B0B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40414-166F-E9F3-0ADF-2988E38EE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D305D-AC14-A530-FA9F-A5150A7A4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10DCB-5AB3-FC99-8C6E-26142A60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551-59C5-6929-2D52-4041BFF9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648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D4747-4FAB-77B7-7B69-36B20079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39765-7841-739F-420B-7E98213DE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7EAC0-4670-9284-9136-0C052D752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82B32-26EB-9840-B5EC-F8C086CC962D}" type="datetimeFigureOut">
              <a:rPr lang="en-AU" smtClean="0"/>
              <a:t>12/8/2025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BF2F-0DC6-20F6-927C-A3F1A56EA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5DCF6-5BD9-F24A-7F49-1850C93F4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C4664-8F1E-3C41-B12E-176F7E1C01F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40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03D0-7E3E-B8F9-1F02-30B9A06320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Workshop 2: Getting to know your data and using Quarto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2F00C-E41C-7DEB-1EB3-F428437F7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u="sng" dirty="0"/>
              <a:t>BIOL90041</a:t>
            </a:r>
          </a:p>
          <a:p>
            <a:r>
              <a:rPr lang="en-US" sz="2400" dirty="0"/>
              <a:t>Week 3</a:t>
            </a:r>
          </a:p>
        </p:txBody>
      </p:sp>
    </p:spTree>
    <p:extLst>
      <p:ext uri="{BB962C8B-B14F-4D97-AF65-F5344CB8AC3E}">
        <p14:creationId xmlns:p14="http://schemas.microsoft.com/office/powerpoint/2010/main" val="365540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267B-6178-0125-C7EB-FFF4EB7C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QUIZ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73CF688-AAAF-78BE-D0B8-E62310AED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142" y="841248"/>
            <a:ext cx="7772400" cy="589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61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5057-7210-111C-4603-7756E135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DFF5-0770-E8C6-8BC8-DE319034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QUIZ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3BDB49B-6E77-3F97-6992-918EC064C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692" y="885444"/>
            <a:ext cx="7772400" cy="326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83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23687-A5B7-A56D-889C-EF0EF165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789C-AE17-6A29-626C-13A77865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QUIZ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C8D0624-5920-FF87-62F6-607DAE9C0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76" y="817372"/>
            <a:ext cx="7772400" cy="397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56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1348-1B1B-1112-EC71-1A65C545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Todays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3711E-3841-B0E5-E34F-4CF4FA4A3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829" y="1594624"/>
            <a:ext cx="10628971" cy="526337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AU" dirty="0"/>
              <a:t>Investigate your data: get with your groups and open up your project data. Using </a:t>
            </a:r>
            <a:r>
              <a:rPr lang="en-AU" dirty="0" err="1"/>
              <a:t>dplyr</a:t>
            </a:r>
            <a:r>
              <a:rPr lang="en-AU" dirty="0"/>
              <a:t> verbs look at your data  (40min)</a:t>
            </a:r>
          </a:p>
          <a:p>
            <a:pPr marL="514350" indent="-514350">
              <a:buAutoNum type="arabicPeriod"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Show and tell: each group will come up and walk through an example of a problem and their solution (20 min)</a:t>
            </a:r>
          </a:p>
          <a:p>
            <a:pPr marL="514350" indent="-514350">
              <a:buAutoNum type="arabicPeriod"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Coding assignment: I will walk you through your coding assignment rubric (15 min)</a:t>
            </a:r>
          </a:p>
          <a:p>
            <a:pPr marL="514350" indent="-514350">
              <a:buAutoNum type="arabicPeriod"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dirty="0"/>
              <a:t>Open up Quarto and start setting up coding assignment (45 min)</a:t>
            </a:r>
          </a:p>
          <a:p>
            <a:pPr marL="0" indent="0">
              <a:buNone/>
            </a:pPr>
            <a:r>
              <a:rPr lang="en-AU" dirty="0"/>
              <a:t>	- Be sure you ask us questions! </a:t>
            </a:r>
          </a:p>
        </p:txBody>
      </p:sp>
    </p:spTree>
    <p:extLst>
      <p:ext uri="{BB962C8B-B14F-4D97-AF65-F5344CB8AC3E}">
        <p14:creationId xmlns:p14="http://schemas.microsoft.com/office/powerpoint/2010/main" val="1653875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78903-B3A1-E39C-04E0-E20F6B25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583B-C6CE-9993-E5CB-DF759E36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Spring cleaning!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AD54C-9E9A-D95B-6799-7096EC266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829" y="1594624"/>
            <a:ext cx="10628971" cy="5263376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760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3821-E3DA-C809-EB32-54452D1E5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Coding Assignment – Overview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DC288-26AF-6FB5-552D-77156CB2D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Goal: Demonstrate skills from Lectures 2–4 and Workshops 1–3 (20% of your grade)</a:t>
            </a:r>
          </a:p>
          <a:p>
            <a:r>
              <a:rPr lang="en-AU" dirty="0"/>
              <a:t>Apply new coding techniques from class to your project data</a:t>
            </a:r>
          </a:p>
          <a:p>
            <a:r>
              <a:rPr lang="en-AU" dirty="0"/>
              <a:t>Use your lecture notes &amp; workshop assignments as a guide</a:t>
            </a:r>
          </a:p>
          <a:p>
            <a:r>
              <a:rPr lang="en-AU" dirty="0"/>
              <a:t>Deliverables:</a:t>
            </a:r>
          </a:p>
          <a:p>
            <a:pPr lvl="1"/>
            <a:r>
              <a:rPr lang="en-AU" dirty="0"/>
              <a:t>R Project folder</a:t>
            </a:r>
          </a:p>
          <a:p>
            <a:pPr lvl="1"/>
            <a:r>
              <a:rPr lang="en-AU" dirty="0"/>
              <a:t>Project data files</a:t>
            </a:r>
          </a:p>
          <a:p>
            <a:pPr lvl="1"/>
            <a:r>
              <a:rPr lang="en-AU" dirty="0"/>
              <a:t>Quarto document (.</a:t>
            </a:r>
            <a:r>
              <a:rPr lang="en-AU" dirty="0" err="1"/>
              <a:t>qmd</a:t>
            </a:r>
            <a:r>
              <a:rPr lang="en-AU" dirty="0"/>
              <a:t>)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049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90C3-BAC7-EE61-B0B6-C5014A90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File Structure &amp; Saving (3%)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3AB18-C33E-55CF-86CC-9769B02BE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654" y="1825625"/>
            <a:ext cx="10863146" cy="4351338"/>
          </a:xfrm>
        </p:spPr>
        <p:txBody>
          <a:bodyPr>
            <a:normAutofit lnSpcReduction="10000"/>
          </a:bodyPr>
          <a:lstStyle/>
          <a:p>
            <a:r>
              <a:rPr lang="en-AU" dirty="0"/>
              <a:t>Name your project and files: STUDENT_FIRST_LAST_NAME_STUDENT#</a:t>
            </a:r>
          </a:p>
          <a:p>
            <a:r>
              <a:rPr lang="en-AU" dirty="0"/>
              <a:t>Folder must contain:</a:t>
            </a:r>
          </a:p>
          <a:p>
            <a:pPr lvl="1"/>
            <a:r>
              <a:rPr lang="en-AU" b="1" dirty="0"/>
              <a:t>R Project</a:t>
            </a:r>
            <a:endParaRPr lang="en-AU" dirty="0"/>
          </a:p>
          <a:p>
            <a:pPr lvl="1"/>
            <a:r>
              <a:rPr lang="en-AU" b="1" dirty="0"/>
              <a:t>Quarto document (.</a:t>
            </a:r>
            <a:r>
              <a:rPr lang="en-AU" b="1" dirty="0" err="1"/>
              <a:t>qmd</a:t>
            </a:r>
            <a:r>
              <a:rPr lang="en-AU" b="1" dirty="0"/>
              <a:t>)</a:t>
            </a:r>
            <a:endParaRPr lang="en-AU" dirty="0"/>
          </a:p>
          <a:p>
            <a:pPr lvl="1"/>
            <a:r>
              <a:rPr lang="en-AU" b="1" dirty="0"/>
              <a:t>Rendered Word document (.docx)</a:t>
            </a:r>
            <a:endParaRPr lang="en-AU" dirty="0"/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Data folder</a:t>
            </a:r>
            <a:r>
              <a:rPr lang="en-AU" dirty="0"/>
              <a:t> with your project data</a:t>
            </a:r>
          </a:p>
          <a:p>
            <a:r>
              <a:rPr lang="en-AU" dirty="0"/>
              <a:t>Match the file structure covered in class</a:t>
            </a:r>
          </a:p>
          <a:p>
            <a:r>
              <a:rPr lang="en-AU" dirty="0"/>
              <a:t>Zip the entire folder before submission</a:t>
            </a:r>
          </a:p>
          <a:p>
            <a:r>
              <a:rPr lang="en-AU" dirty="0"/>
              <a:t>Ensure the project renders correctly </a:t>
            </a:r>
          </a:p>
          <a:p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702BC6-63B9-0FAF-9025-FA11B35D6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871" y="2116010"/>
            <a:ext cx="4472305" cy="369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4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65B20-872D-7F94-4535-BE860A299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1EB7-B028-928D-8F49-94FFECC0F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Functions from Class (5%)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D7B59-AB34-E30B-B598-87CA1F807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654" y="1825625"/>
            <a:ext cx="10863146" cy="4351338"/>
          </a:xfrm>
        </p:spPr>
        <p:txBody>
          <a:bodyPr>
            <a:normAutofit/>
          </a:bodyPr>
          <a:lstStyle/>
          <a:p>
            <a:r>
              <a:rPr lang="en-AU" dirty="0"/>
              <a:t>Identify </a:t>
            </a:r>
            <a:r>
              <a:rPr lang="en-AU" b="1" dirty="0"/>
              <a:t>5 functions</a:t>
            </a:r>
            <a:r>
              <a:rPr lang="en-AU" dirty="0"/>
              <a:t> from Lectures 2–4 (not related to project data)</a:t>
            </a:r>
          </a:p>
          <a:p>
            <a:endParaRPr lang="en-AU" dirty="0"/>
          </a:p>
          <a:p>
            <a:r>
              <a:rPr lang="en-AU" dirty="0"/>
              <a:t>Provide:</a:t>
            </a:r>
          </a:p>
          <a:p>
            <a:pPr lvl="1"/>
            <a:r>
              <a:rPr lang="en-AU" dirty="0"/>
              <a:t>Function name &amp; description (above code chunk)</a:t>
            </a:r>
          </a:p>
          <a:p>
            <a:pPr lvl="1"/>
            <a:r>
              <a:rPr lang="en-AU" dirty="0"/>
              <a:t>Example code for each function</a:t>
            </a:r>
          </a:p>
          <a:p>
            <a:pPr lvl="1"/>
            <a:r>
              <a:rPr lang="en-AU" dirty="0"/>
              <a:t>Clear numbering for each example</a:t>
            </a:r>
          </a:p>
          <a:p>
            <a:endParaRPr lang="en-AU" dirty="0"/>
          </a:p>
          <a:p>
            <a:r>
              <a:rPr lang="en-AU" dirty="0"/>
              <a:t>Ensure outputs display correctly when rendered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3643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65FCE-B486-764E-9DE0-36F3CBE6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5BE2-3428-E9C5-C02A-8AC89C05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Project Protocol (10%)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FE6F9-11EF-A108-7F36-AB07327F9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654" y="1402080"/>
            <a:ext cx="10863146" cy="5455920"/>
          </a:xfrm>
        </p:spPr>
        <p:txBody>
          <a:bodyPr>
            <a:normAutofit fontScale="92500" lnSpcReduction="20000"/>
          </a:bodyPr>
          <a:lstStyle/>
          <a:p>
            <a:r>
              <a:rPr lang="en-AU" dirty="0"/>
              <a:t>Provide </a:t>
            </a:r>
            <a:r>
              <a:rPr lang="en-AU" b="1" dirty="0"/>
              <a:t>5+ steps</a:t>
            </a:r>
            <a:r>
              <a:rPr lang="en-AU" dirty="0"/>
              <a:t> of cleaning, exploring, transforming project data</a:t>
            </a:r>
          </a:p>
          <a:p>
            <a:endParaRPr lang="en-AU" dirty="0"/>
          </a:p>
          <a:p>
            <a:r>
              <a:rPr lang="en-AU" dirty="0"/>
              <a:t>At least </a:t>
            </a:r>
            <a:r>
              <a:rPr lang="en-AU" b="1" dirty="0"/>
              <a:t>2 steps</a:t>
            </a:r>
            <a:r>
              <a:rPr lang="en-AU" dirty="0"/>
              <a:t> use pipes (%&gt;%)</a:t>
            </a:r>
          </a:p>
          <a:p>
            <a:endParaRPr lang="en-AU" dirty="0"/>
          </a:p>
          <a:p>
            <a:r>
              <a:rPr lang="en-AU" b="1" dirty="0"/>
              <a:t>3+ steps</a:t>
            </a:r>
            <a:r>
              <a:rPr lang="en-AU" dirty="0"/>
              <a:t> must address </a:t>
            </a:r>
            <a:r>
              <a:rPr lang="en-AU" dirty="0" err="1"/>
              <a:t>Zuur</a:t>
            </a:r>
            <a:r>
              <a:rPr lang="en-AU" dirty="0"/>
              <a:t> et al. (2010) checks:</a:t>
            </a:r>
          </a:p>
          <a:p>
            <a:pPr lvl="1"/>
            <a:r>
              <a:rPr lang="en-AU" dirty="0"/>
              <a:t>Outliers / NA detection</a:t>
            </a:r>
          </a:p>
          <a:p>
            <a:pPr lvl="1"/>
            <a:r>
              <a:rPr lang="en-AU" dirty="0"/>
              <a:t>Homogeneity of variance</a:t>
            </a:r>
          </a:p>
          <a:p>
            <a:pPr lvl="1"/>
            <a:r>
              <a:rPr lang="en-AU" dirty="0"/>
              <a:t>Normality</a:t>
            </a:r>
          </a:p>
          <a:p>
            <a:pPr lvl="1"/>
            <a:r>
              <a:rPr lang="en-AU" dirty="0"/>
              <a:t>Zero inflation</a:t>
            </a:r>
          </a:p>
          <a:p>
            <a:pPr lvl="1"/>
            <a:r>
              <a:rPr lang="en-AU" dirty="0"/>
              <a:t>Y–X relationships</a:t>
            </a:r>
          </a:p>
          <a:p>
            <a:pPr marL="457200" lvl="1" indent="0">
              <a:buNone/>
            </a:pPr>
            <a:endParaRPr lang="en-AU" dirty="0"/>
          </a:p>
          <a:p>
            <a:r>
              <a:rPr lang="en-AU" dirty="0"/>
              <a:t>For each step, explain:</a:t>
            </a:r>
          </a:p>
          <a:p>
            <a:pPr lvl="1">
              <a:buFont typeface="+mj-lt"/>
              <a:buAutoNum type="arabicPeriod"/>
            </a:pPr>
            <a:r>
              <a:rPr lang="en-AU" dirty="0"/>
              <a:t>Initial data issue/check &amp; related </a:t>
            </a:r>
            <a:r>
              <a:rPr lang="en-AU" dirty="0" err="1"/>
              <a:t>Zuur</a:t>
            </a:r>
            <a:r>
              <a:rPr lang="en-AU" dirty="0"/>
              <a:t> step</a:t>
            </a:r>
          </a:p>
          <a:p>
            <a:pPr lvl="1">
              <a:buFont typeface="+mj-lt"/>
              <a:buAutoNum type="arabicPeriod"/>
            </a:pPr>
            <a:r>
              <a:rPr lang="en-AU" dirty="0"/>
              <a:t>What the code achieves</a:t>
            </a:r>
          </a:p>
          <a:p>
            <a:pPr lvl="1">
              <a:buFont typeface="+mj-lt"/>
              <a:buAutoNum type="arabicPeriod"/>
            </a:pPr>
            <a:r>
              <a:rPr lang="en-AU" dirty="0"/>
              <a:t>Show evidence the data is cleaner (e.g., plots, tables)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1430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C8D01-038B-1780-523D-B2E5A33F6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004" y="107767"/>
            <a:ext cx="6771132" cy="6750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2A955B-396B-0CD4-C310-4BC82C9040E5}"/>
              </a:ext>
            </a:extLst>
          </p:cNvPr>
          <p:cNvSpPr txBox="1"/>
          <p:nvPr/>
        </p:nvSpPr>
        <p:spPr>
          <a:xfrm>
            <a:off x="8327136" y="2816352"/>
            <a:ext cx="33309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800" b="1" dirty="0"/>
              <a:t>100-120 words</a:t>
            </a:r>
          </a:p>
        </p:txBody>
      </p:sp>
    </p:spTree>
    <p:extLst>
      <p:ext uri="{BB962C8B-B14F-4D97-AF65-F5344CB8AC3E}">
        <p14:creationId xmlns:p14="http://schemas.microsoft.com/office/powerpoint/2010/main" val="792850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FDDA8-EE11-679B-37CF-4084ABC80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Look at the rubric on 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978D5-34EE-7C2C-EE34-F722C8E02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4" y="1313561"/>
            <a:ext cx="12082272" cy="6623431"/>
          </a:xfrm>
        </p:spPr>
        <p:txBody>
          <a:bodyPr>
            <a:normAutofit/>
          </a:bodyPr>
          <a:lstStyle/>
          <a:p>
            <a:r>
              <a:rPr lang="en-AU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Libraries (1%)</a:t>
            </a:r>
            <a:r>
              <a:rPr lang="en-AU" dirty="0">
                <a:effectLst/>
              </a:rPr>
              <a:t> </a:t>
            </a:r>
          </a:p>
          <a:p>
            <a:endParaRPr lang="en-AU" dirty="0">
              <a:effectLst/>
            </a:endParaRPr>
          </a:p>
          <a:p>
            <a:r>
              <a:rPr lang="en-AU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Lecture notes (5%)</a:t>
            </a:r>
          </a:p>
          <a:p>
            <a:endParaRPr lang="en-AU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AU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protocol (10%)</a:t>
            </a:r>
          </a:p>
          <a:p>
            <a:endParaRPr lang="en-AU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AU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File formatting and how it is saved (3</a:t>
            </a:r>
            <a:r>
              <a:rPr lang="en-AU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%)</a:t>
            </a:r>
          </a:p>
          <a:p>
            <a:endParaRPr lang="en-AU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AU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Spelling, grammar, and English expression are being used correctly (1%)  </a:t>
            </a:r>
          </a:p>
          <a:p>
            <a:pPr marL="0" indent="0">
              <a:buNone/>
            </a:pPr>
            <a:endParaRPr lang="en-AU" sz="2200" b="1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… If you </a:t>
            </a:r>
            <a:r>
              <a:rPr lang="en-AU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can’t find your answer there ask at the workshop or email me!</a:t>
            </a:r>
            <a:endParaRPr lang="en-AU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AU" dirty="0">
                <a:effectLst/>
              </a:rPr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586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57D0-55DF-10BC-0E04-EF684584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/>
              <a:t>OPEN QUARTO!</a:t>
            </a:r>
          </a:p>
        </p:txBody>
      </p:sp>
      <p:pic>
        <p:nvPicPr>
          <p:cNvPr id="1030" name="Picture 6" descr="Startbutton Stickers - Find &amp; Share on GIPHY">
            <a:extLst>
              <a:ext uri="{FF2B5EF4-FFF2-40B4-BE49-F238E27FC236}">
                <a16:creationId xmlns:a16="http://schemas.microsoft.com/office/drawing/2014/main" id="{3630ACEC-2589-5F4D-B0E3-066A1CC1E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7848" y="-818896"/>
            <a:ext cx="6350000" cy="63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232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2605</TotalTime>
  <Words>477</Words>
  <Application>Microsoft Macintosh PowerPoint</Application>
  <PresentationFormat>Widescreen</PresentationFormat>
  <Paragraphs>81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Workshop 2: Getting to know your data and using Quarto</vt:lpstr>
      <vt:lpstr>QUIZ</vt:lpstr>
      <vt:lpstr>QUIZ</vt:lpstr>
      <vt:lpstr>QUIZ</vt:lpstr>
      <vt:lpstr>Todays objectives</vt:lpstr>
      <vt:lpstr>Spring cleaning!</vt:lpstr>
      <vt:lpstr>Coding Assignment – Overview</vt:lpstr>
      <vt:lpstr>File Structure &amp; Saving (3%)</vt:lpstr>
      <vt:lpstr>Functions from Class (5%)</vt:lpstr>
      <vt:lpstr>Project Protocol (10%)</vt:lpstr>
      <vt:lpstr>PowerPoint Presentation</vt:lpstr>
      <vt:lpstr>Look at the rubric on LMS</vt:lpstr>
      <vt:lpstr>OPEN QUARTO!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Kristoffer Wild</dc:creator>
  <cp:lastModifiedBy>Kristoffer Wild</cp:lastModifiedBy>
  <cp:revision>17</cp:revision>
  <dcterms:created xsi:type="dcterms:W3CDTF">2025-07-08T06:22:17Z</dcterms:created>
  <dcterms:modified xsi:type="dcterms:W3CDTF">2025-08-12T05:06:11Z</dcterms:modified>
</cp:coreProperties>
</file>